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D2992-37A7-48FC-9BA9-5D495C820DE7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03F8B-2E71-4E4C-B3F1-350659524F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40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8CEF6-F8CF-4041-82E3-F5E7753795EC}" type="datetime1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6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833A-F828-4D70-9A13-59E179AFCA3F}" type="datetime1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01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29E4-6B1A-4905-ABFB-8BEFC7CB7D2A}" type="datetime1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40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EE69-27A8-4C80-B20A-D89B4D82CE15}" type="datetime1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19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11ABD-ECDA-4C9A-B3B0-C765913B862B}" type="datetime1">
              <a:rPr lang="ru-RU" smtClean="0"/>
              <a:t>27.11.2025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920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D342-1489-49F9-AB5F-92CEADF4AB01}" type="datetime1">
              <a:rPr lang="ru-RU" smtClean="0"/>
              <a:t>27.11.2025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221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A196-CCDB-45F1-89B0-5CEED7DA224D}" type="datetime1">
              <a:rPr lang="ru-RU" smtClean="0"/>
              <a:t>27.11.2025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323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014D-EDDC-4477-8633-127864CB9047}" type="datetime1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75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2618C-28D4-4681-91CA-0C3CF19CE14B}" type="datetime1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058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1459F-FA5C-4986-9DA0-8D4D519831E6}" type="datetime1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40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B45C5-43E6-4DA2-9135-2C3B927890C3}" type="datetime1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24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47B7F-9C3F-4E9C-A275-C8A995E4ADD1}" type="datetime1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53E07-4936-4667-9F8D-2925A3593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1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509513" y="3093063"/>
            <a:ext cx="5172974" cy="671873"/>
          </a:xfrm>
        </p:spPr>
        <p:txBody>
          <a:bodyPr>
            <a:normAutofit fontScale="90000"/>
          </a:bodyPr>
          <a:lstStyle/>
          <a:p>
            <a:r>
              <a:rPr lang="ru-RU" sz="4800" dirty="0"/>
              <a:t>Кострюков Евгений</a:t>
            </a:r>
            <a:br>
              <a:rPr lang="ru-RU" sz="4800" dirty="0"/>
            </a:br>
            <a:r>
              <a:rPr lang="ru-RU" sz="3100" dirty="0"/>
              <a:t>М8О-407Б-22</a:t>
            </a:r>
          </a:p>
        </p:txBody>
      </p:sp>
    </p:spTree>
    <p:extLst>
      <p:ext uri="{BB962C8B-B14F-4D97-AF65-F5344CB8AC3E}">
        <p14:creationId xmlns:p14="http://schemas.microsoft.com/office/powerpoint/2010/main" val="681747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38158" y="803304"/>
            <a:ext cx="5815642" cy="5251391"/>
          </a:xfrm>
        </p:spPr>
        <p:txBody>
          <a:bodyPr>
            <a:noAutofit/>
          </a:bodyPr>
          <a:lstStyle/>
          <a:p>
            <a:r>
              <a:rPr lang="ru-RU" sz="1800" i="1" dirty="0">
                <a:latin typeface="+mn-lt"/>
              </a:rPr>
              <a:t>Концепция авторской переработки:</a:t>
            </a:r>
            <a:br>
              <a:rPr lang="ru-RU" sz="1800" dirty="0">
                <a:latin typeface="+mn-lt"/>
              </a:rPr>
            </a:br>
            <a:r>
              <a:rPr lang="ru-RU" sz="1800" dirty="0">
                <a:latin typeface="+mn-lt"/>
              </a:rPr>
              <a:t>В своей работе я сохраняю ключевые графические приёмы оригинального референсного плаката: вертикальную композицию, использование крупной вытянутой типографики, взаимодействие текста с фотографическим фоном и приёмы цветовой стилизации. Вместо швейцарского исторического здания, использованного в оригинале, я взял архитектурный объект из Англии (</a:t>
            </a:r>
            <a:r>
              <a:rPr lang="ru-RU" sz="1800" dirty="0" err="1">
                <a:latin typeface="+mn-lt"/>
              </a:rPr>
              <a:t>Athelhampton</a:t>
            </a:r>
            <a:r>
              <a:rPr lang="ru-RU" sz="1800" dirty="0">
                <a:latin typeface="+mn-lt"/>
              </a:rPr>
              <a:t> House), тем самым сохранив тему исторического европейского наследия, но сменив культурный контекст.</a:t>
            </a:r>
            <a:br>
              <a:rPr lang="ru-RU" sz="1800" dirty="0">
                <a:latin typeface="+mn-lt"/>
              </a:rPr>
            </a:br>
            <a:r>
              <a:rPr lang="ru-RU" sz="1800" dirty="0">
                <a:latin typeface="+mn-lt"/>
              </a:rPr>
              <a:t>Цветовое решение было сознательно смещено в сторону сюрреализма: зелёное небо и насыщенно-синяя растительность создают эффект визуального «отрыва» от реальности, что перекликается с приёмами цвета в референсном постере. Таким образом, работа переосмысливает исходный концепт, но основывается на тех же выразительных средствах: массивная типографика как часть композиции, сильная колоризация, контраст архитектуры и окружающей среды, </a:t>
            </a:r>
            <a:r>
              <a:rPr lang="ru-RU" sz="1800" dirty="0" err="1">
                <a:latin typeface="+mn-lt"/>
              </a:rPr>
              <a:t>минималистичность</a:t>
            </a:r>
            <a:r>
              <a:rPr lang="ru-RU" sz="1800" dirty="0">
                <a:latin typeface="+mn-lt"/>
              </a:rPr>
              <a:t> и акцент на визуальном ритме.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2</a:t>
            </a:fld>
            <a:endParaRPr lang="ru-RU" dirty="0"/>
          </a:p>
        </p:txBody>
      </p:sp>
      <p:pic>
        <p:nvPicPr>
          <p:cNvPr id="5" name="Рисунок 4" descr="Изображение выглядит как текст, растение, графический дизайн, на открытом воздухе&#10;&#10;Автоматически созданное описание">
            <a:extLst>
              <a:ext uri="{FF2B5EF4-FFF2-40B4-BE49-F238E27FC236}">
                <a16:creationId xmlns:a16="http://schemas.microsoft.com/office/drawing/2014/main" id="{90DFE1C9-60F6-5BE7-2DD2-1FE6256425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60" y="442043"/>
            <a:ext cx="4178753" cy="59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69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 descr="Изображение выглядит как картина, облако, на открытом воздухе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7CDE0409-ACBF-6871-308E-5D483834D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455" y="235940"/>
            <a:ext cx="4467089" cy="638612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4B6595-5083-00FF-45A9-E239EEC6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53E07-4936-4667-9F8D-2925A35936F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2027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144</Words>
  <Application>Microsoft Office PowerPoint</Application>
  <PresentationFormat>Широкоэкранный</PresentationFormat>
  <Paragraphs>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Кострюков Евгений М8О-407Б-22</vt:lpstr>
      <vt:lpstr>Концепция авторской переработки: В своей работе я сохраняю ключевые графические приёмы оригинального референсного плаката: вертикальную композицию, использование крупной вытянутой типографики, взаимодействие текста с фотографическим фоном и приёмы цветовой стилизации. Вместо швейцарского исторического здания, использованного в оригинале, я взял архитектурный объект из Англии (Athelhampton House), тем самым сохранив тему исторического европейского наследия, но сменив культурный контекст. Цветовое решение было сознательно смещено в сторону сюрреализма: зелёное небо и насыщенно-синяя растительность создают эффект визуального «отрыва» от реальности, что перекликается с приёмами цвета в референсном постере. Таким образом, работа переосмысливает исходный концепт, но основывается на тех же выразительных средствах: массивная типографика как часть композиции, сильная колоризация, контраст архитектуры и окружающей среды, минималистичность и акцент на визуальном ритме.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Филенков Лев</dc:title>
  <dc:creator>Пользователь Windows</dc:creator>
  <cp:lastModifiedBy>Евгений Кострюков</cp:lastModifiedBy>
  <cp:revision>21</cp:revision>
  <dcterms:created xsi:type="dcterms:W3CDTF">2025-09-30T12:58:27Z</dcterms:created>
  <dcterms:modified xsi:type="dcterms:W3CDTF">2025-11-27T17:54:23Z</dcterms:modified>
</cp:coreProperties>
</file>