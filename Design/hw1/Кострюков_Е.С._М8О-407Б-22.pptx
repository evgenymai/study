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D2992-37A7-48FC-9BA9-5D495C820DE7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03F8B-2E71-4E4C-B3F1-350659524F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40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CEF6-F8CF-4041-82E3-F5E7753795EC}" type="datetime1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6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833A-F828-4D70-9A13-59E179AFCA3F}" type="datetime1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01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29E4-6B1A-4905-ABFB-8BEFC7CB7D2A}" type="datetime1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40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EE69-27A8-4C80-B20A-D89B4D82CE15}" type="datetime1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19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1ABD-ECDA-4C9A-B3B0-C765913B862B}" type="datetime1">
              <a:rPr lang="ru-RU" smtClean="0"/>
              <a:t>02.10.2025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92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D342-1489-49F9-AB5F-92CEADF4AB01}" type="datetime1">
              <a:rPr lang="ru-RU" smtClean="0"/>
              <a:t>02.10.2025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22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196-CCDB-45F1-89B0-5CEED7DA224D}" type="datetime1">
              <a:rPr lang="ru-RU" smtClean="0"/>
              <a:t>02.10.2025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323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014D-EDDC-4477-8633-127864CB9047}" type="datetime1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75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2618C-28D4-4681-91CA-0C3CF19CE14B}" type="datetime1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05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459F-FA5C-4986-9DA0-8D4D519831E6}" type="datetime1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40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45C5-43E6-4DA2-9135-2C3B927890C3}" type="datetime1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24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47B7F-9C3F-4E9C-A275-C8A995E4ADD1}" type="datetime1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1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09513" y="3093063"/>
            <a:ext cx="5172974" cy="671873"/>
          </a:xfrm>
        </p:spPr>
        <p:txBody>
          <a:bodyPr>
            <a:normAutofit fontScale="90000"/>
          </a:bodyPr>
          <a:lstStyle/>
          <a:p>
            <a:r>
              <a:rPr lang="ru-RU" sz="4800" dirty="0"/>
              <a:t>Кострюков Евгений</a:t>
            </a:r>
          </a:p>
        </p:txBody>
      </p:sp>
    </p:spTree>
    <p:extLst>
      <p:ext uri="{BB962C8B-B14F-4D97-AF65-F5344CB8AC3E}">
        <p14:creationId xmlns:p14="http://schemas.microsoft.com/office/powerpoint/2010/main" val="68174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09757" y="1127466"/>
            <a:ext cx="4873925" cy="4603067"/>
          </a:xfrm>
        </p:spPr>
        <p:txBody>
          <a:bodyPr>
            <a:noAutofit/>
          </a:bodyPr>
          <a:lstStyle/>
          <a:p>
            <a:r>
              <a:rPr lang="ru-RU" sz="2000" dirty="0">
                <a:latin typeface="+mn-lt"/>
              </a:rPr>
              <a:t>Вместо светской дамы я изображу девушку-блогера в пуховике и с телефоном в руке, которая позирует для </a:t>
            </a:r>
            <a:r>
              <a:rPr lang="ru-RU" sz="2000" dirty="0" err="1">
                <a:latin typeface="+mn-lt"/>
              </a:rPr>
              <a:t>сторис</a:t>
            </a:r>
            <a:r>
              <a:rPr lang="ru-RU" sz="2000" dirty="0">
                <a:latin typeface="+mn-lt"/>
              </a:rPr>
              <a:t>. Её загадочный образ заменяется искусственно созданным </a:t>
            </a:r>
            <a:r>
              <a:rPr lang="en-US" sz="2000" dirty="0">
                <a:latin typeface="+mn-lt"/>
              </a:rPr>
              <a:t>“</a:t>
            </a:r>
            <a:r>
              <a:rPr lang="ru-RU" sz="2000" dirty="0">
                <a:latin typeface="+mn-lt"/>
              </a:rPr>
              <a:t>цифровым</a:t>
            </a:r>
            <a:r>
              <a:rPr lang="en-US" sz="2000" dirty="0">
                <a:latin typeface="+mn-lt"/>
              </a:rPr>
              <a:t>”</a:t>
            </a:r>
            <a:r>
              <a:rPr lang="ru-RU" sz="2000" dirty="0">
                <a:latin typeface="+mn-lt"/>
              </a:rPr>
              <a:t> образом, за которым прячется реальная личность. Вместо коляски </a:t>
            </a:r>
            <a:r>
              <a:rPr lang="en-US" sz="2000" dirty="0">
                <a:latin typeface="+mn-lt"/>
              </a:rPr>
              <a:t>-</a:t>
            </a:r>
            <a:r>
              <a:rPr lang="ru-RU" sz="2000" dirty="0">
                <a:latin typeface="+mn-lt"/>
              </a:rPr>
              <a:t> современный автомобиль на заднем сиденье, а петербургский пейзаж сменяется безликим городским шоссе, символизирующим движение и одновременно отчуждённость. Так </a:t>
            </a:r>
            <a:r>
              <a:rPr lang="en-US" sz="2000" dirty="0">
                <a:latin typeface="+mn-lt"/>
              </a:rPr>
              <a:t>“</a:t>
            </a:r>
            <a:r>
              <a:rPr lang="ru-RU" sz="2000" dirty="0">
                <a:latin typeface="+mn-lt"/>
              </a:rPr>
              <a:t>Неизвестная</a:t>
            </a:r>
            <a:r>
              <a:rPr lang="en-US" sz="2000" dirty="0">
                <a:latin typeface="+mn-lt"/>
              </a:rPr>
              <a:t>”</a:t>
            </a:r>
            <a:r>
              <a:rPr lang="ru-RU" sz="2000" dirty="0">
                <a:latin typeface="+mn-lt"/>
              </a:rPr>
              <a:t> превращается в отражение анонимности и глянцевой маски в эпоху соцсетей, где настоящая личность растворяется в образе для аудитории.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2</a:t>
            </a:fld>
            <a:endParaRPr lang="ru-RU"/>
          </a:p>
        </p:txBody>
      </p:sp>
      <p:pic>
        <p:nvPicPr>
          <p:cNvPr id="8" name="Рисунок 7" descr="Изображение выглядит как Человеческое лицо, картина, одежда,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AF2C600E-BE76-5B0B-38D1-CD4F024664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8" y="1127466"/>
            <a:ext cx="6109580" cy="46030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07F3A4-22BA-F230-3540-EDB0304ED208}"/>
              </a:ext>
            </a:extLst>
          </p:cNvPr>
          <p:cNvSpPr txBox="1"/>
          <p:nvPr/>
        </p:nvSpPr>
        <p:spPr>
          <a:xfrm>
            <a:off x="1754717" y="5757178"/>
            <a:ext cx="3554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u="none" strike="noStrike" baseline="0" dirty="0"/>
              <a:t>Иван Крамской — Неизвестная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9866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86234"/>
            <a:ext cx="10515600" cy="30855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Серия работ исследует тему цифровой анонимности и перегруженности визуальной среды. Каждое изображение — это знакомый современному человеку интерфейс: социальные сети, мессенджеры, реклама и городская среда в Яндекс Картах. С помощью глитч-эффектов и искажений привычные элементы превращаются в яркий цифровой шум, где личность теряется за маской </a:t>
            </a:r>
            <a:r>
              <a:rPr lang="ru-RU" sz="2400" dirty="0" err="1"/>
              <a:t>аватарки</a:t>
            </a:r>
            <a:r>
              <a:rPr lang="ru-RU" sz="2400" dirty="0"/>
              <a:t>, а пространство растворяется в хаосе пикселей. Использование кислотных оттенков и RGB-сдвигов подчёркивает парадокс: чем ярче и заметнее становится цифровой образ, тем меньше в нём подлинной реальности.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24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D96B9C-6520-DFEB-65D1-8FD10ABB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4</a:t>
            </a:fld>
            <a:endParaRPr lang="ru-RU"/>
          </a:p>
        </p:txBody>
      </p:sp>
      <p:pic>
        <p:nvPicPr>
          <p:cNvPr id="3" name="Рисунок 2" descr="Изображение выглядит как текст, снимок экрана, Детское искусство, Пурпур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AD23B386-07F0-9755-344D-BD7F9B87D9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00" y="320745"/>
            <a:ext cx="3992762" cy="2663706"/>
          </a:xfrm>
          <a:prstGeom prst="rect">
            <a:avLst/>
          </a:prstGeom>
        </p:spPr>
      </p:pic>
      <p:pic>
        <p:nvPicPr>
          <p:cNvPr id="6" name="Рисунок 5" descr="Изображение выглядит как карта, атлас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B420715-29B3-A942-DEA8-2D8BAE602E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355" y="4400193"/>
            <a:ext cx="4229045" cy="1965972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D065C380-07BD-C1F7-9C10-A81902DE86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52" y="1933974"/>
            <a:ext cx="2638013" cy="4422376"/>
          </a:xfrm>
          <a:prstGeom prst="rect">
            <a:avLst/>
          </a:prstGeom>
        </p:spPr>
      </p:pic>
      <p:pic>
        <p:nvPicPr>
          <p:cNvPr id="10" name="Рисунок 9" descr="Изображение выглядит как Человеческое лицо, Красочность, искусство, человек&#10;&#10;Автоматически созданное описание">
            <a:extLst>
              <a:ext uri="{FF2B5EF4-FFF2-40B4-BE49-F238E27FC236}">
                <a16:creationId xmlns:a16="http://schemas.microsoft.com/office/drawing/2014/main" id="{AEE6354D-235B-E91A-3EA8-22268CA911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38" y="3188796"/>
            <a:ext cx="3177369" cy="317736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картина, Детское искусство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881C7C22-ED32-BC82-8CF8-295D5208BF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310" y="320745"/>
            <a:ext cx="3794090" cy="337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69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D96B9C-6520-DFEB-65D1-8FD10ABB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5</a:t>
            </a:fld>
            <a:endParaRPr lang="ru-RU"/>
          </a:p>
        </p:txBody>
      </p:sp>
      <p:pic>
        <p:nvPicPr>
          <p:cNvPr id="3" name="Рисунок 2" descr="Изображение выглядит как Человеческое лицо, Красочность, искусство, человек&#10;&#10;Автоматически созданное описание">
            <a:extLst>
              <a:ext uri="{FF2B5EF4-FFF2-40B4-BE49-F238E27FC236}">
                <a16:creationId xmlns:a16="http://schemas.microsoft.com/office/drawing/2014/main" id="{06A77791-E432-45C5-684F-FCF617972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81000"/>
            <a:ext cx="609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6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D96B9C-6520-DFEB-65D1-8FD10ABB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6</a:t>
            </a:fld>
            <a:endParaRPr lang="ru-RU"/>
          </a:p>
        </p:txBody>
      </p:sp>
      <p:pic>
        <p:nvPicPr>
          <p:cNvPr id="3" name="Рисунок 2" descr="Изображение выглядит как текст, картина, Детское искусство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FD57AB68-D47C-E6BC-F247-908450709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393" y="422124"/>
            <a:ext cx="6767214" cy="601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5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D96B9C-6520-DFEB-65D1-8FD10ABB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7</a:t>
            </a:fld>
            <a:endParaRPr lang="ru-RU"/>
          </a:p>
        </p:txBody>
      </p:sp>
      <p:pic>
        <p:nvPicPr>
          <p:cNvPr id="3" name="Рисунок 2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52F41E57-6D5D-233F-46A9-254CA1EF0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413" y="435634"/>
            <a:ext cx="3571174" cy="598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9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D96B9C-6520-DFEB-65D1-8FD10ABB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8</a:t>
            </a:fld>
            <a:endParaRPr lang="ru-RU"/>
          </a:p>
        </p:txBody>
      </p:sp>
      <p:pic>
        <p:nvPicPr>
          <p:cNvPr id="3" name="Рисунок 2" descr="Изображение выглядит как текст, снимок экрана, Детское искусство, Пурпур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BA295CDC-D0C5-A6E2-D943-B0AF610C9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132" y="511711"/>
            <a:ext cx="8745736" cy="583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6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D96B9C-6520-DFEB-65D1-8FD10ABB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9</a:t>
            </a:fld>
            <a:endParaRPr lang="ru-RU"/>
          </a:p>
        </p:txBody>
      </p:sp>
      <p:pic>
        <p:nvPicPr>
          <p:cNvPr id="3" name="Рисунок 2" descr="Изображение выглядит как карта, атлас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F6990CB-5E51-A81F-3072-A3D053A50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58" y="940232"/>
            <a:ext cx="10707283" cy="497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199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180</Words>
  <Application>Microsoft Office PowerPoint</Application>
  <PresentationFormat>Широкоэкранный</PresentationFormat>
  <Paragraphs>12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Кострюков Евгений</vt:lpstr>
      <vt:lpstr>Вместо светской дамы я изображу девушку-блогера в пуховике и с телефоном в руке, которая позирует для сторис. Её загадочный образ заменяется искусственно созданным “цифровым” образом, за которым прячется реальная личность. Вместо коляски - современный автомобиль на заднем сиденье, а петербургский пейзаж сменяется безликим городским шоссе, символизирующим движение и одновременно отчуждённость. Так “Неизвестная” превращается в отражение анонимности и глянцевой маски в эпоху соцсетей, где настоящая личность растворяется в образе для аудитории.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Филенков Лев</dc:title>
  <dc:creator>Пользователь Windows</dc:creator>
  <cp:lastModifiedBy>Евгений Кострюков</cp:lastModifiedBy>
  <cp:revision>13</cp:revision>
  <dcterms:created xsi:type="dcterms:W3CDTF">2025-09-30T12:58:27Z</dcterms:created>
  <dcterms:modified xsi:type="dcterms:W3CDTF">2025-10-02T14:08:27Z</dcterms:modified>
</cp:coreProperties>
</file>