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56" r:id="rId2"/>
    <p:sldId id="257" r:id="rId3"/>
    <p:sldId id="258" r:id="rId4"/>
    <p:sldId id="265" r:id="rId5"/>
    <p:sldId id="271" r:id="rId6"/>
    <p:sldId id="272" r:id="rId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CD2992-37A7-48FC-9BA9-5D495C820DE7}" type="datetimeFigureOut">
              <a:rPr lang="ru-RU" smtClean="0"/>
              <a:t>16.10.2025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03F8B-2E71-4E4C-B3F1-350659524FD8}" type="slidenum">
              <a:rPr lang="ru-RU" smtClean="0"/>
              <a:t>‹#›</a:t>
            </a:fld>
            <a:endParaRPr lang="ru-RU"/>
          </a:p>
        </p:txBody>
      </p:sp>
    </p:spTree>
    <p:extLst>
      <p:ext uri="{BB962C8B-B14F-4D97-AF65-F5344CB8AC3E}">
        <p14:creationId xmlns:p14="http://schemas.microsoft.com/office/powerpoint/2010/main" val="4041403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8A98CEF6-F8CF-4041-82E3-F5E7753795EC}" type="datetime1">
              <a:rPr lang="ru-RU" smtClean="0"/>
              <a:t>16.10.2025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68063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9756833A-F828-4D70-9A13-59E179AFCA3F}" type="datetime1">
              <a:rPr lang="ru-RU" smtClean="0"/>
              <a:t>16.10.2025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51601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C72E29E4-6B1A-4905-ABFB-8BEFC7CB7D2A}" type="datetime1">
              <a:rPr lang="ru-RU" smtClean="0"/>
              <a:t>16.10.2025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130240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B3D2EE69-27A8-4C80-B20A-D89B4D82CE15}" type="datetime1">
              <a:rPr lang="ru-RU" smtClean="0"/>
              <a:t>16.10.2025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193219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C6D11ABD-ECDA-4C9A-B3B0-C765913B862B}" type="datetime1">
              <a:rPr lang="ru-RU" smtClean="0"/>
              <a:t>16.10.2025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4257920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246DD342-1489-49F9-AB5F-92CEADF4AB01}" type="datetime1">
              <a:rPr lang="ru-RU" smtClean="0"/>
              <a:t>16.10.2025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2663221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015A196-CCDB-45F1-89B0-5CEED7DA224D}" type="datetime1">
              <a:rPr lang="ru-RU" smtClean="0"/>
              <a:t>16.10.2025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3545323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9C4E014D-EDDC-4477-8633-127864CB9047}" type="datetime1">
              <a:rPr lang="ru-RU" smtClean="0"/>
              <a:t>16.10.2025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436756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B922618C-28D4-4681-91CA-0C3CF19CE14B}" type="datetime1">
              <a:rPr lang="ru-RU" smtClean="0"/>
              <a:t>16.10.2025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3360058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2791459F-FA5C-4986-9DA0-8D4D519831E6}" type="datetime1">
              <a:rPr lang="ru-RU" smtClean="0"/>
              <a:t>16.10.2025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2530408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4C0B45C5-43E6-4DA2-9135-2C3B927890C3}" type="datetime1">
              <a:rPr lang="ru-RU" smtClean="0"/>
              <a:t>16.10.2025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81653E07-4936-4667-9F8D-2925A35936F8}" type="slidenum">
              <a:rPr lang="ru-RU" smtClean="0"/>
              <a:t>‹#›</a:t>
            </a:fld>
            <a:endParaRPr lang="ru-RU"/>
          </a:p>
        </p:txBody>
      </p:sp>
    </p:spTree>
    <p:extLst>
      <p:ext uri="{BB962C8B-B14F-4D97-AF65-F5344CB8AC3E}">
        <p14:creationId xmlns:p14="http://schemas.microsoft.com/office/powerpoint/2010/main" val="72724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D47B7F-9C3F-4E9C-A275-C8A995E4ADD1}" type="datetime1">
              <a:rPr lang="ru-RU" smtClean="0"/>
              <a:t>16.10.2025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653E07-4936-4667-9F8D-2925A35936F8}" type="slidenum">
              <a:rPr lang="ru-RU" smtClean="0"/>
              <a:t>‹#›</a:t>
            </a:fld>
            <a:endParaRPr lang="ru-RU"/>
          </a:p>
        </p:txBody>
      </p:sp>
    </p:spTree>
    <p:extLst>
      <p:ext uri="{BB962C8B-B14F-4D97-AF65-F5344CB8AC3E}">
        <p14:creationId xmlns:p14="http://schemas.microsoft.com/office/powerpoint/2010/main" val="101411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3509513" y="3093063"/>
            <a:ext cx="5172974" cy="671873"/>
          </a:xfrm>
        </p:spPr>
        <p:txBody>
          <a:bodyPr>
            <a:normAutofit fontScale="90000"/>
          </a:bodyPr>
          <a:lstStyle/>
          <a:p>
            <a:r>
              <a:rPr lang="ru-RU" sz="4800" dirty="0"/>
              <a:t>Кострюков Евгений</a:t>
            </a:r>
            <a:br>
              <a:rPr lang="ru-RU" sz="4800" dirty="0"/>
            </a:br>
            <a:r>
              <a:rPr lang="ru-RU" sz="3100" dirty="0"/>
              <a:t>М8О-407Б-22</a:t>
            </a:r>
          </a:p>
        </p:txBody>
      </p:sp>
    </p:spTree>
    <p:extLst>
      <p:ext uri="{BB962C8B-B14F-4D97-AF65-F5344CB8AC3E}">
        <p14:creationId xmlns:p14="http://schemas.microsoft.com/office/powerpoint/2010/main" val="681747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555755" y="2675697"/>
            <a:ext cx="7080490" cy="1506606"/>
          </a:xfrm>
        </p:spPr>
        <p:txBody>
          <a:bodyPr>
            <a:noAutofit/>
          </a:bodyPr>
          <a:lstStyle/>
          <a:p>
            <a:r>
              <a:rPr lang="ru-RU" sz="2800" b="1" dirty="0"/>
              <a:t>Тема: </a:t>
            </a:r>
            <a:r>
              <a:rPr lang="ru-RU" sz="2800" dirty="0"/>
              <a:t>Музей - Театр</a:t>
            </a:r>
            <a:br>
              <a:rPr lang="ru-RU" sz="2800" dirty="0"/>
            </a:br>
            <a:r>
              <a:rPr lang="ru-RU" sz="2800" b="1" dirty="0"/>
              <a:t>Тип контраста: </a:t>
            </a:r>
            <a:r>
              <a:rPr lang="ru-RU" sz="2800" dirty="0"/>
              <a:t>Контраст тёплого и холодного</a:t>
            </a:r>
            <a:br>
              <a:rPr lang="ru-RU" sz="2800" dirty="0"/>
            </a:br>
            <a:r>
              <a:rPr lang="ru-RU" sz="2800" b="1" dirty="0"/>
              <a:t>Тип композиции: </a:t>
            </a:r>
            <a:r>
              <a:rPr lang="ru-RU" sz="2800" dirty="0"/>
              <a:t>Диагональная композиция</a:t>
            </a:r>
          </a:p>
        </p:txBody>
      </p:sp>
      <p:sp>
        <p:nvSpPr>
          <p:cNvPr id="4" name="Номер слайда 3"/>
          <p:cNvSpPr>
            <a:spLocks noGrp="1"/>
          </p:cNvSpPr>
          <p:nvPr>
            <p:ph type="sldNum" sz="quarter" idx="12"/>
          </p:nvPr>
        </p:nvSpPr>
        <p:spPr/>
        <p:txBody>
          <a:bodyPr/>
          <a:lstStyle/>
          <a:p>
            <a:fld id="{81653E07-4936-4667-9F8D-2925A35936F8}" type="slidenum">
              <a:rPr lang="ru-RU" smtClean="0"/>
              <a:t>2</a:t>
            </a:fld>
            <a:endParaRPr lang="ru-RU"/>
          </a:p>
        </p:txBody>
      </p:sp>
    </p:spTree>
    <p:extLst>
      <p:ext uri="{BB962C8B-B14F-4D97-AF65-F5344CB8AC3E}">
        <p14:creationId xmlns:p14="http://schemas.microsoft.com/office/powerpoint/2010/main" val="3398669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81653E07-4936-4667-9F8D-2925A35936F8}" type="slidenum">
              <a:rPr lang="ru-RU" smtClean="0"/>
              <a:t>3</a:t>
            </a:fld>
            <a:endParaRPr lang="ru-RU"/>
          </a:p>
        </p:txBody>
      </p:sp>
      <p:pic>
        <p:nvPicPr>
          <p:cNvPr id="5" name="Рисунок 4" descr="Изображение выглядит как искусство, снимок экрана, в помещении, усыпальница&#10;&#10;Автоматически созданное описание">
            <a:extLst>
              <a:ext uri="{FF2B5EF4-FFF2-40B4-BE49-F238E27FC236}">
                <a16:creationId xmlns:a16="http://schemas.microsoft.com/office/drawing/2014/main" id="{CFB809B1-ADC2-117A-EFDC-9035CDD9C2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7580" y="246555"/>
            <a:ext cx="5470047" cy="3053049"/>
          </a:xfrm>
          <a:prstGeom prst="rect">
            <a:avLst/>
          </a:prstGeom>
        </p:spPr>
      </p:pic>
      <p:pic>
        <p:nvPicPr>
          <p:cNvPr id="9" name="Рисунок 8" descr="Изображение выглядит как искусство, теплица, в помещении&#10;&#10;Автоматически созданное описание">
            <a:extLst>
              <a:ext uri="{FF2B5EF4-FFF2-40B4-BE49-F238E27FC236}">
                <a16:creationId xmlns:a16="http://schemas.microsoft.com/office/drawing/2014/main" id="{FDA49859-93BC-6DAB-C3A0-9541288354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4375" y="246555"/>
            <a:ext cx="5470045" cy="3053048"/>
          </a:xfrm>
          <a:prstGeom prst="rect">
            <a:avLst/>
          </a:prstGeom>
        </p:spPr>
      </p:pic>
      <p:pic>
        <p:nvPicPr>
          <p:cNvPr id="11" name="Рисунок 10" descr="Изображение выглядит как Человеческое лицо, искусство, картина, человек&#10;&#10;Автоматически созданное описание">
            <a:extLst>
              <a:ext uri="{FF2B5EF4-FFF2-40B4-BE49-F238E27FC236}">
                <a16:creationId xmlns:a16="http://schemas.microsoft.com/office/drawing/2014/main" id="{8CF684C0-05E4-9329-7AF2-355C4B62A4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60977" y="3558397"/>
            <a:ext cx="5470045" cy="3053048"/>
          </a:xfrm>
          <a:prstGeom prst="rect">
            <a:avLst/>
          </a:prstGeom>
        </p:spPr>
      </p:pic>
    </p:spTree>
    <p:extLst>
      <p:ext uri="{BB962C8B-B14F-4D97-AF65-F5344CB8AC3E}">
        <p14:creationId xmlns:p14="http://schemas.microsoft.com/office/powerpoint/2010/main" val="212424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36D96B9C-6520-DFEB-65D1-8FD10ABB3CC6}"/>
              </a:ext>
            </a:extLst>
          </p:cNvPr>
          <p:cNvSpPr>
            <a:spLocks noGrp="1"/>
          </p:cNvSpPr>
          <p:nvPr>
            <p:ph type="sldNum" sz="quarter" idx="12"/>
          </p:nvPr>
        </p:nvSpPr>
        <p:spPr/>
        <p:txBody>
          <a:bodyPr/>
          <a:lstStyle/>
          <a:p>
            <a:fld id="{81653E07-4936-4667-9F8D-2925A35936F8}" type="slidenum">
              <a:rPr lang="ru-RU" smtClean="0"/>
              <a:t>4</a:t>
            </a:fld>
            <a:endParaRPr lang="ru-RU"/>
          </a:p>
        </p:txBody>
      </p:sp>
      <p:sp>
        <p:nvSpPr>
          <p:cNvPr id="5" name="TextBox 4">
            <a:extLst>
              <a:ext uri="{FF2B5EF4-FFF2-40B4-BE49-F238E27FC236}">
                <a16:creationId xmlns:a16="http://schemas.microsoft.com/office/drawing/2014/main" id="{FE108FB1-1894-4453-65D3-C61CDD64F3B4}"/>
              </a:ext>
            </a:extLst>
          </p:cNvPr>
          <p:cNvSpPr txBox="1"/>
          <p:nvPr/>
        </p:nvSpPr>
        <p:spPr>
          <a:xfrm>
            <a:off x="816665" y="5892581"/>
            <a:ext cx="10558670" cy="646331"/>
          </a:xfrm>
          <a:prstGeom prst="rect">
            <a:avLst/>
          </a:prstGeom>
          <a:noFill/>
        </p:spPr>
        <p:txBody>
          <a:bodyPr wrap="square">
            <a:spAutoFit/>
          </a:bodyPr>
          <a:lstStyle/>
          <a:p>
            <a:r>
              <a:rPr lang="en-US" dirty="0"/>
              <a:t>futuristic museum interior with glass time capsules containing frozen moments of people in motion, diagonal composition, warm orange and cool blue lighting, cinematic atmosphere, 3D render, high detail, soft light</a:t>
            </a:r>
            <a:endParaRPr lang="ru-RU" dirty="0"/>
          </a:p>
        </p:txBody>
      </p:sp>
      <p:pic>
        <p:nvPicPr>
          <p:cNvPr id="9" name="Рисунок 8" descr="Изображение выглядит как искусство, снимок экрана, в помещении, усыпальница&#10;&#10;Автоматически созданное описание">
            <a:extLst>
              <a:ext uri="{FF2B5EF4-FFF2-40B4-BE49-F238E27FC236}">
                <a16:creationId xmlns:a16="http://schemas.microsoft.com/office/drawing/2014/main" id="{30DE6680-49D0-DF22-096E-86114E3266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841" y="319088"/>
            <a:ext cx="9548318" cy="5329294"/>
          </a:xfrm>
          <a:prstGeom prst="rect">
            <a:avLst/>
          </a:prstGeom>
        </p:spPr>
      </p:pic>
    </p:spTree>
    <p:extLst>
      <p:ext uri="{BB962C8B-B14F-4D97-AF65-F5344CB8AC3E}">
        <p14:creationId xmlns:p14="http://schemas.microsoft.com/office/powerpoint/2010/main" val="1196969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36D96B9C-6520-DFEB-65D1-8FD10ABB3CC6}"/>
              </a:ext>
            </a:extLst>
          </p:cNvPr>
          <p:cNvSpPr>
            <a:spLocks noGrp="1"/>
          </p:cNvSpPr>
          <p:nvPr>
            <p:ph type="sldNum" sz="quarter" idx="12"/>
          </p:nvPr>
        </p:nvSpPr>
        <p:spPr/>
        <p:txBody>
          <a:bodyPr/>
          <a:lstStyle/>
          <a:p>
            <a:fld id="{81653E07-4936-4667-9F8D-2925A35936F8}" type="slidenum">
              <a:rPr lang="ru-RU" smtClean="0"/>
              <a:t>5</a:t>
            </a:fld>
            <a:endParaRPr lang="ru-RU"/>
          </a:p>
        </p:txBody>
      </p:sp>
      <p:sp>
        <p:nvSpPr>
          <p:cNvPr id="5" name="TextBox 4">
            <a:extLst>
              <a:ext uri="{FF2B5EF4-FFF2-40B4-BE49-F238E27FC236}">
                <a16:creationId xmlns:a16="http://schemas.microsoft.com/office/drawing/2014/main" id="{FE108FB1-1894-4453-65D3-C61CDD64F3B4}"/>
              </a:ext>
            </a:extLst>
          </p:cNvPr>
          <p:cNvSpPr txBox="1"/>
          <p:nvPr/>
        </p:nvSpPr>
        <p:spPr>
          <a:xfrm>
            <a:off x="569342" y="5892581"/>
            <a:ext cx="11033185" cy="646331"/>
          </a:xfrm>
          <a:prstGeom prst="rect">
            <a:avLst/>
          </a:prstGeom>
          <a:noFill/>
        </p:spPr>
        <p:txBody>
          <a:bodyPr wrap="square">
            <a:spAutoFit/>
          </a:bodyPr>
          <a:lstStyle/>
          <a:p>
            <a:r>
              <a:rPr lang="en-US" dirty="0"/>
              <a:t>modern museum corridor with suspended holographic portraits slowly fading in the air, perspective lines in diagonal composition, warm golden lights contrasting with icy blue reflections, cinematic 3D render, detailed, soft shadows</a:t>
            </a:r>
            <a:endParaRPr lang="ru-RU" dirty="0"/>
          </a:p>
        </p:txBody>
      </p:sp>
      <p:pic>
        <p:nvPicPr>
          <p:cNvPr id="3" name="Рисунок 2" descr="Изображение выглядит как Человеческое лицо, искусство, картина, человек&#10;&#10;Автоматически созданное описание">
            <a:extLst>
              <a:ext uri="{FF2B5EF4-FFF2-40B4-BE49-F238E27FC236}">
                <a16:creationId xmlns:a16="http://schemas.microsoft.com/office/drawing/2014/main" id="{BF7DD3A9-0932-5DA9-A877-A5751DE20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840" y="319088"/>
            <a:ext cx="9548319" cy="5329294"/>
          </a:xfrm>
          <a:prstGeom prst="rect">
            <a:avLst/>
          </a:prstGeom>
        </p:spPr>
      </p:pic>
    </p:spTree>
    <p:extLst>
      <p:ext uri="{BB962C8B-B14F-4D97-AF65-F5344CB8AC3E}">
        <p14:creationId xmlns:p14="http://schemas.microsoft.com/office/powerpoint/2010/main" val="672195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a:extLst>
              <a:ext uri="{FF2B5EF4-FFF2-40B4-BE49-F238E27FC236}">
                <a16:creationId xmlns:a16="http://schemas.microsoft.com/office/drawing/2014/main" id="{36D96B9C-6520-DFEB-65D1-8FD10ABB3CC6}"/>
              </a:ext>
            </a:extLst>
          </p:cNvPr>
          <p:cNvSpPr>
            <a:spLocks noGrp="1"/>
          </p:cNvSpPr>
          <p:nvPr>
            <p:ph type="sldNum" sz="quarter" idx="12"/>
          </p:nvPr>
        </p:nvSpPr>
        <p:spPr/>
        <p:txBody>
          <a:bodyPr/>
          <a:lstStyle/>
          <a:p>
            <a:fld id="{81653E07-4936-4667-9F8D-2925A35936F8}" type="slidenum">
              <a:rPr lang="ru-RU" smtClean="0"/>
              <a:t>6</a:t>
            </a:fld>
            <a:endParaRPr lang="ru-RU"/>
          </a:p>
        </p:txBody>
      </p:sp>
      <p:sp>
        <p:nvSpPr>
          <p:cNvPr id="5" name="TextBox 4">
            <a:extLst>
              <a:ext uri="{FF2B5EF4-FFF2-40B4-BE49-F238E27FC236}">
                <a16:creationId xmlns:a16="http://schemas.microsoft.com/office/drawing/2014/main" id="{FE108FB1-1894-4453-65D3-C61CDD64F3B4}"/>
              </a:ext>
            </a:extLst>
          </p:cNvPr>
          <p:cNvSpPr txBox="1"/>
          <p:nvPr/>
        </p:nvSpPr>
        <p:spPr>
          <a:xfrm>
            <a:off x="816665" y="5892581"/>
            <a:ext cx="10558670" cy="646331"/>
          </a:xfrm>
          <a:prstGeom prst="rect">
            <a:avLst/>
          </a:prstGeom>
          <a:noFill/>
        </p:spPr>
        <p:txBody>
          <a:bodyPr wrap="square">
            <a:spAutoFit/>
          </a:bodyPr>
          <a:lstStyle/>
          <a:p>
            <a:r>
              <a:rPr lang="en-US" dirty="0"/>
              <a:t>open museum atrium with scattered antique clocks and glowing digital time spheres among plants, warm sunlight mixing with cold bluish reflections, diagonal composition, cinematic atmosphere, detailed 3D render</a:t>
            </a:r>
            <a:endParaRPr lang="ru-RU" dirty="0"/>
          </a:p>
        </p:txBody>
      </p:sp>
      <p:pic>
        <p:nvPicPr>
          <p:cNvPr id="3" name="Рисунок 2" descr="Изображение выглядит как искусство, теплица, в помещении&#10;&#10;Автоматически созданное описание">
            <a:extLst>
              <a:ext uri="{FF2B5EF4-FFF2-40B4-BE49-F238E27FC236}">
                <a16:creationId xmlns:a16="http://schemas.microsoft.com/office/drawing/2014/main" id="{4A86120A-948E-C332-43BB-73EA8D1532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1840" y="319088"/>
            <a:ext cx="9548319" cy="5329294"/>
          </a:xfrm>
          <a:prstGeom prst="rect">
            <a:avLst/>
          </a:prstGeom>
        </p:spPr>
      </p:pic>
    </p:spTree>
    <p:extLst>
      <p:ext uri="{BB962C8B-B14F-4D97-AF65-F5344CB8AC3E}">
        <p14:creationId xmlns:p14="http://schemas.microsoft.com/office/powerpoint/2010/main" val="323682405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132</Words>
  <Application>Microsoft Office PowerPoint</Application>
  <PresentationFormat>Широкоэкранный</PresentationFormat>
  <Paragraphs>10</Paragraphs>
  <Slides>6</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6</vt:i4>
      </vt:variant>
    </vt:vector>
  </HeadingPairs>
  <TitlesOfParts>
    <vt:vector size="10" baseType="lpstr">
      <vt:lpstr>Arial</vt:lpstr>
      <vt:lpstr>Calibri</vt:lpstr>
      <vt:lpstr>Calibri Light</vt:lpstr>
      <vt:lpstr>Тема Office</vt:lpstr>
      <vt:lpstr>Кострюков Евгений М8О-407Б-22</vt:lpstr>
      <vt:lpstr>Тема: Музей - Театр Тип контраста: Контраст тёплого и холодного Тип композиции: Диагональная композиция</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Филенков Лев</dc:title>
  <dc:creator>Пользователь Windows</dc:creator>
  <cp:lastModifiedBy>Евгений Кострюков</cp:lastModifiedBy>
  <cp:revision>17</cp:revision>
  <dcterms:created xsi:type="dcterms:W3CDTF">2025-09-30T12:58:27Z</dcterms:created>
  <dcterms:modified xsi:type="dcterms:W3CDTF">2025-10-16T16:05:05Z</dcterms:modified>
</cp:coreProperties>
</file>