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5" r:id="rId3"/>
    <p:sldId id="259" r:id="rId4"/>
    <p:sldId id="257" r:id="rId5"/>
    <p:sldId id="260" r:id="rId6"/>
    <p:sldId id="263" r:id="rId7"/>
    <p:sldId id="266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06F1CC-DE44-46A2-4921-E0C71A97B9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8A6BB89-A272-0FB0-7E6D-CA46D95AE5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8C3AD86-B931-37F9-6716-790641F0D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80AAD-B10C-48B7-B1EA-CC4D04D49269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0A73814-1E4B-F08E-B75D-FED2D923A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90F2B7-EC70-C46B-49AF-66EFFC9F2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7480-32F7-45A8-82BF-1847901CDD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9334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CE86F-9296-237E-0E9A-8892B00FD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9180BF7-A114-8450-F0DD-D32098EAA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6899F2B-9F65-9588-A28A-C3E8A45B2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80AAD-B10C-48B7-B1EA-CC4D04D49269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AD5DF80-F7C7-6737-CDFA-0A8247603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B251B5-1E0D-1BEA-F68B-716F77791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7480-32F7-45A8-82BF-1847901CDD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899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D9AE4B-752D-9203-68A3-2FA1E584B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70CFF4E-5AA1-D2AF-16C0-B9F35184A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595985-9ABA-1328-7C78-743999FA7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80AAD-B10C-48B7-B1EA-CC4D04D49269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6491895-81C7-7689-3DB6-F6603341A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90F575-1E55-C767-7573-A124BA71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7480-32F7-45A8-82BF-1847901CDD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73509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B278C1-E408-F17C-FD2A-C99DBCAD1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9740823-DD18-B02A-D7B3-C64B67AC32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09E1DF1-A045-16A6-3474-8D2445323A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E0B962-2055-3C39-F851-375D8F09D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80AAD-B10C-48B7-B1EA-CC4D04D49269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8E8E96C-517B-4AF6-1950-84C613579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C978EE6-948C-63B8-CCCF-795C6EC6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7480-32F7-45A8-82BF-1847901CDD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6094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3827AB-E4FF-ABF4-14D9-DB51DAE5E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7FC72AF-B22D-4479-0D88-B636EE6A6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FB2E0E2-26AD-3B6B-79D0-FBCCE31A28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0C3A5DE-602E-9DCE-C803-EAA12F6687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85CC8F3-3365-E721-4EF7-215271B92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C24998E-24E1-0CFC-41C3-6FA61DD4F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80AAD-B10C-48B7-B1EA-CC4D04D49269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844DC65-63F9-DF04-868C-0C26D12E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534BF19-1CA2-ACB4-6D02-3F2CABEC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7480-32F7-45A8-82BF-1847901CDD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2507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F7E80C-9B67-5785-1580-DFE85A1CC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E9A6055-BBF2-717B-6983-B1A113F68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80AAD-B10C-48B7-B1EA-CC4D04D49269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754541E-D11C-79E7-76D6-326AE61B9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FC5D056-4764-EE58-4EF4-1E813EE7A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7480-32F7-45A8-82BF-1847901CDD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52070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202980F-2E2A-65FC-5A76-DBF1C0095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80AAD-B10C-48B7-B1EA-CC4D04D49269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7A5A4F8-33B0-C0D0-C7EF-64864866E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B29E37D-5319-0378-6E61-8AD952DEE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7480-32F7-45A8-82BF-1847901CDD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4220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2741CC-D7C5-629F-57F7-AF2AE5033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8025F32-DB9C-7185-1784-B27CE5C9C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DC371DB-394B-14D9-D792-886AFFF590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D5D7DC2-BACE-9455-EB85-3E1EF9022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80AAD-B10C-48B7-B1EA-CC4D04D49269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095126E-62AE-AA62-3A97-956EB8732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682AF9-F160-0AB3-EE47-4518B70C7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7480-32F7-45A8-82BF-1847901CDD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3110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9692AE-1EAD-C1B1-D129-E5D19DEB3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514C444-FCD7-41E6-FEA4-B7E38673E3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025E507-3D36-A9D0-C2BA-E21C5AD522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2CFE552-85F3-977F-CC59-7944F24F1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80AAD-B10C-48B7-B1EA-CC4D04D49269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575519E-8E8E-24BA-1308-CD730DF01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98446C7-45C6-0972-7F5C-EA076EC82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7480-32F7-45A8-82BF-1847901CDD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17001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BADF98-DD5E-C261-0DA9-5577AAC2C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67E01C6-BBE8-7D0D-6023-ECF62F71A4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EBB9A4-E86B-C82B-D1B9-74F429BE9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80AAD-B10C-48B7-B1EA-CC4D04D49269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E838DB5-C064-F870-C85E-4081D4480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663460-D8A6-5D3D-0472-37525008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7480-32F7-45A8-82BF-1847901CDD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691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9DBDBD5-A2C1-3517-3BFA-0721A007D5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1527678-6956-0B39-73B9-B99672587D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077B68-B8E3-2367-5511-A0A4F5D4D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80AAD-B10C-48B7-B1EA-CC4D04D49269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977D0E-5AF9-EB77-A24E-9D683A6DB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0B1708E-110C-8AD1-A81F-3C2B83ADF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7480-32F7-45A8-82BF-1847901CDD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5991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BC3923-7D39-9AD6-BFDE-91C0C6FB3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C680325-203A-0910-BA1E-D6AB6C20C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A03599-CB3D-BDB6-049D-E7604E46AE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B80AAD-B10C-48B7-B1EA-CC4D04D49269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2E2B8AD-3CBC-1094-CE6E-32155B213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AABDEE-1648-A131-17B9-6C926FC89C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F87480-32F7-45A8-82BF-1847901CDD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8442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5190232" y="211366"/>
            <a:ext cx="1877437" cy="3886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ER</a:t>
            </a: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диаграмма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 descr="Изображение выглядит как диаграмма, зарисовка, рисунок, План&#10;&#10;Автоматически созданное описание">
            <a:extLst>
              <a:ext uri="{FF2B5EF4-FFF2-40B4-BE49-F238E27FC236}">
                <a16:creationId xmlns:a16="http://schemas.microsoft.com/office/drawing/2014/main" id="{5A9F5AC7-2D22-123A-D9CE-AA9D1A94C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869" y="600062"/>
            <a:ext cx="11244262" cy="617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158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518931" y="250822"/>
            <a:ext cx="2721001" cy="3886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Контекстная диаграмма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 descr="Изображение выглядит как текст, диаграмма, Шрифт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A35C23B8-C512-94E3-40B8-24D347B302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939" y="639518"/>
            <a:ext cx="9680121" cy="6003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621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3774532" y="339052"/>
            <a:ext cx="4950073" cy="3687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Диаграмма потоков данных (</a:t>
            </a:r>
            <a:r>
              <a:rPr lang="ru-RU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Гейна-Сарсона</a:t>
            </a: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</a:p>
        </p:txBody>
      </p:sp>
      <p:pic>
        <p:nvPicPr>
          <p:cNvPr id="5" name="Рисунок 4" descr="Изображение выглядит как текст, диаграмма, План, Параллельный&#10;&#10;Автоматически созданное описание">
            <a:extLst>
              <a:ext uri="{FF2B5EF4-FFF2-40B4-BE49-F238E27FC236}">
                <a16:creationId xmlns:a16="http://schemas.microsoft.com/office/drawing/2014/main" id="{58BC5FF4-8263-9D94-B138-D6F66D334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2903" y="707807"/>
            <a:ext cx="7106193" cy="6031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432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4139312" y="1486062"/>
            <a:ext cx="3909660" cy="3886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Диаграмма декомпозиции функций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 descr="Изображение выглядит как линия, диаграмма, текст, белый&#10;&#10;Автоматически созданное описание">
            <a:extLst>
              <a:ext uri="{FF2B5EF4-FFF2-40B4-BE49-F238E27FC236}">
                <a16:creationId xmlns:a16="http://schemas.microsoft.com/office/drawing/2014/main" id="{A4C0536C-98E9-03DC-0456-9C7300ECCB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90750"/>
            <a:ext cx="12146008" cy="262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919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5509859" y="302199"/>
            <a:ext cx="864339" cy="3687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tabLst>
                <a:tab pos="2482850" algn="l"/>
              </a:tabLst>
            </a:pP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BPMN</a:t>
            </a:r>
            <a:endParaRPr lang="ru-RU" b="1" dirty="0">
              <a:solidFill>
                <a:srgbClr val="000000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 descr="Изображение выглядит как текст, снимок экрана, диаграмма, Параллельный&#10;&#10;Автоматически созданное описание">
            <a:extLst>
              <a:ext uri="{FF2B5EF4-FFF2-40B4-BE49-F238E27FC236}">
                <a16:creationId xmlns:a16="http://schemas.microsoft.com/office/drawing/2014/main" id="{5AA89796-8331-4010-5B40-E2EE805F42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317" y="670954"/>
            <a:ext cx="9169422" cy="616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300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4658375" y="320718"/>
            <a:ext cx="2827121" cy="3740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UML Диаграмма классов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 descr="Изображение выглядит как текст, диаграмма, План, Технический чертеж&#10;&#10;Автоматически созданное описание">
            <a:extLst>
              <a:ext uri="{FF2B5EF4-FFF2-40B4-BE49-F238E27FC236}">
                <a16:creationId xmlns:a16="http://schemas.microsoft.com/office/drawing/2014/main" id="{C8AE6970-EB98-87C9-6681-582FAFAB5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3" y="694794"/>
            <a:ext cx="10787509" cy="6163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362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5001662" y="194444"/>
            <a:ext cx="2188676" cy="3740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IDEF0 </a:t>
            </a: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ГОСТ 57100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 descr="Изображение выглядит как текст, диаграмма, Шрифт, Параллельный&#10;&#10;Автоматически созданное описание">
            <a:extLst>
              <a:ext uri="{FF2B5EF4-FFF2-40B4-BE49-F238E27FC236}">
                <a16:creationId xmlns:a16="http://schemas.microsoft.com/office/drawing/2014/main" id="{93C0B45B-0FF4-C329-9BCA-F2AAF0721A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6062" y="792145"/>
            <a:ext cx="9199876" cy="5871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49847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21</Words>
  <Application>Microsoft Office PowerPoint</Application>
  <PresentationFormat>Широкоэкранный</PresentationFormat>
  <Paragraphs>7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Евгений Кострюков</dc:creator>
  <cp:lastModifiedBy>Евгений Кострюков</cp:lastModifiedBy>
  <cp:revision>3</cp:revision>
  <dcterms:created xsi:type="dcterms:W3CDTF">2025-12-17T14:39:51Z</dcterms:created>
  <dcterms:modified xsi:type="dcterms:W3CDTF">2025-12-27T11:15:53Z</dcterms:modified>
</cp:coreProperties>
</file>