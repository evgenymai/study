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7" r:id="rId4"/>
    <p:sldId id="259" r:id="rId5"/>
    <p:sldId id="260" r:id="rId6"/>
    <p:sldId id="263" r:id="rId7"/>
    <p:sldId id="266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6F1CC-DE44-46A2-4921-E0C71A97B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A6BB89-A272-0FB0-7E6D-CA46D95AE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C3AD86-B931-37F9-6716-790641F0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A73814-1E4B-F08E-B75D-FED2D923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90F2B7-EC70-C46B-49AF-66EFFC9F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334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CE86F-9296-237E-0E9A-8892B00FD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180BF7-A114-8450-F0DD-D32098EAA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899F2B-9F65-9588-A28A-C3E8A45B2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D5DF80-F7C7-6737-CDFA-0A824760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B251B5-1E0D-1BEA-F68B-716F7779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9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9AE4B-752D-9203-68A3-2FA1E584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0CFF4E-5AA1-D2AF-16C0-B9F35184A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595985-9ABA-1328-7C78-743999FA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491895-81C7-7689-3DB6-F6603341A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0F575-1E55-C767-7573-A124BA71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5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278C1-E408-F17C-FD2A-C99DBCAD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740823-DD18-B02A-D7B3-C64B67AC3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E1DF1-A045-16A6-3474-8D2445323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E0B962-2055-3C39-F851-375D8F09D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E8E96C-517B-4AF6-1950-84C613579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978EE6-948C-63B8-CCCF-795C6EC6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09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827AB-E4FF-ABF4-14D9-DB51DAE5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FC72AF-B22D-4479-0D88-B636EE6A6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B2E0E2-26AD-3B6B-79D0-FBCCE31A2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C3A5DE-602E-9DCE-C803-EAA12F668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5CC8F3-3365-E721-4EF7-215271B92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24998E-24E1-0CFC-41C3-6FA61DD4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44DC65-63F9-DF04-868C-0C26D12E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534BF19-1CA2-ACB4-6D02-3F2CABEC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50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7E80C-9B67-5785-1580-DFE85A1C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9A6055-BBF2-717B-6983-B1A113F6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54541E-D11C-79E7-76D6-326AE61B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C5D056-4764-EE58-4EF4-1E813EE7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20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202980F-2E2A-65FC-5A76-DBF1C009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7A5A4F8-33B0-C0D0-C7EF-64864866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29E37D-5319-0378-6E61-8AD952DE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22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741CC-D7C5-629F-57F7-AF2AE5033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25F32-DB9C-7185-1784-B27CE5C9C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C371DB-394B-14D9-D792-886AFFF59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5D7DC2-BACE-9455-EB85-3E1EF9022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95126E-62AE-AA62-3A97-956EB8732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682AF9-F160-0AB3-EE47-4518B70C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11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692AE-1EAD-C1B1-D129-E5D19DEB3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14C444-FCD7-41E6-FEA4-B7E38673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25E507-3D36-A9D0-C2BA-E21C5AD52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CFE552-85F3-977F-CC59-7944F24F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75519E-8E8E-24BA-1308-CD730DF0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8446C7-45C6-0972-7F5C-EA076EC8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70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ADF98-DD5E-C261-0DA9-5577AAC2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7E01C6-BBE8-7D0D-6023-ECF62F71A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BB9A4-E86B-C82B-D1B9-74F429BE9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838DB5-C064-F870-C85E-4081D4480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663460-D8A6-5D3D-0472-37525008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691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DBDBD5-A2C1-3517-3BFA-0721A007D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527678-6956-0B39-73B9-B99672587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077B68-B8E3-2367-5511-A0A4F5D4D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977D0E-5AF9-EB77-A24E-9D683A6DB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B1708E-110C-8AD1-A81F-3C2B83AD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9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C3923-7D39-9AD6-BFDE-91C0C6FB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680325-203A-0910-BA1E-D6AB6C20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A03599-CB3D-BDB6-049D-E7604E46A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80AAD-B10C-48B7-B1EA-CC4D04D4926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E2B8AD-3CBC-1094-CE6E-32155B213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ABDEE-1648-A131-17B9-6C926FC89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87480-32F7-45A8-82BF-1847901CDD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44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90232" y="211366"/>
            <a:ext cx="1877437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диаграмма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диаграмма, зарисовка, рисунок, План&#10;&#10;Автоматически созданное описание">
            <a:extLst>
              <a:ext uri="{FF2B5EF4-FFF2-40B4-BE49-F238E27FC236}">
                <a16:creationId xmlns:a16="http://schemas.microsoft.com/office/drawing/2014/main" id="{5A9F5AC7-2D22-123A-D9CE-AA9D1A94C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69" y="600062"/>
            <a:ext cx="11244262" cy="617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58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518931" y="250822"/>
            <a:ext cx="2721001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Контекстная диаграмма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диаграмма, Шриф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A35C23B8-C512-94E3-40B8-24D347B30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939" y="639518"/>
            <a:ext cx="9680121" cy="600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2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139312" y="1486062"/>
            <a:ext cx="3909660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декомпозиции функций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линия, диаграмма, текст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A4C0536C-98E9-03DC-0456-9C7300ECC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0750"/>
            <a:ext cx="12146008" cy="26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1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774532" y="339052"/>
            <a:ext cx="4950073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потоков данных (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Гейна-Сарсона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</p:txBody>
      </p:sp>
      <p:pic>
        <p:nvPicPr>
          <p:cNvPr id="5" name="Рисунок 4" descr="Изображение выглядит как текст, диаграмма, План, Параллельный&#10;&#10;Автоматически созданное описание">
            <a:extLst>
              <a:ext uri="{FF2B5EF4-FFF2-40B4-BE49-F238E27FC236}">
                <a16:creationId xmlns:a16="http://schemas.microsoft.com/office/drawing/2014/main" id="{58BC5FF4-8263-9D94-B138-D6F66D334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903" y="707807"/>
            <a:ext cx="7106193" cy="603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3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509859" y="302199"/>
            <a:ext cx="864339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482850" algn="l"/>
              </a:tabLs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BPMN</a:t>
            </a:r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снимок экрана, диаграмма, Параллельный&#10;&#10;Автоматически созданное описание">
            <a:extLst>
              <a:ext uri="{FF2B5EF4-FFF2-40B4-BE49-F238E27FC236}">
                <a16:creationId xmlns:a16="http://schemas.microsoft.com/office/drawing/2014/main" id="{5AA89796-8331-4010-5B40-E2EE805F4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317" y="670954"/>
            <a:ext cx="9169422" cy="616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0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58375" y="320718"/>
            <a:ext cx="2827121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UML Диаграмма классов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диаграмма, План, Технический чертеж&#10;&#10;Автоматически созданное описание">
            <a:extLst>
              <a:ext uri="{FF2B5EF4-FFF2-40B4-BE49-F238E27FC236}">
                <a16:creationId xmlns:a16="http://schemas.microsoft.com/office/drawing/2014/main" id="{C8AE6970-EB98-87C9-6681-582FAFAB5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3" y="694794"/>
            <a:ext cx="10787509" cy="616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6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1662" y="194444"/>
            <a:ext cx="2188676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IDEF0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 57100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диаграмма, Шрифт, Параллельный&#10;&#10;Автоматически созданное описание">
            <a:extLst>
              <a:ext uri="{FF2B5EF4-FFF2-40B4-BE49-F238E27FC236}">
                <a16:creationId xmlns:a16="http://schemas.microsoft.com/office/drawing/2014/main" id="{93C0B45B-0FF4-C329-9BCA-F2AAF072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062" y="792145"/>
            <a:ext cx="9199876" cy="587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984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</Words>
  <Application>Microsoft Office PowerPoint</Application>
  <PresentationFormat>Широкоэкранный</PresentationFormat>
  <Paragraphs>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Евгений Кострюков</dc:creator>
  <cp:lastModifiedBy>Евгений Кострюков</cp:lastModifiedBy>
  <cp:revision>2</cp:revision>
  <dcterms:created xsi:type="dcterms:W3CDTF">2025-12-17T14:39:51Z</dcterms:created>
  <dcterms:modified xsi:type="dcterms:W3CDTF">2025-12-17T14:53:42Z</dcterms:modified>
</cp:coreProperties>
</file>